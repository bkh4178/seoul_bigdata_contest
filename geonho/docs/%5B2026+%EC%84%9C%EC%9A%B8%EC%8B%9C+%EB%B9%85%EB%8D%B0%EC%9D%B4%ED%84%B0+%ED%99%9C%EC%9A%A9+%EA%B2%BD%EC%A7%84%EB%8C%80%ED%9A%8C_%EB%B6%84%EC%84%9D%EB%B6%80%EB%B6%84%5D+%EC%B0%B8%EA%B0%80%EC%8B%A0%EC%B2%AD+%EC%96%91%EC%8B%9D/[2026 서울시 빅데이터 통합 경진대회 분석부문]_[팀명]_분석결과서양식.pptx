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9144000" cy="6858000" type="screen4x3"/>
  <p:notesSz cx="6797675" cy="9926638"/>
  <p:embeddedFontLst>
    <p:embeddedFont>
      <p:font typeface="맑은 고딕" panose="020B0503020000020004" pitchFamily="50" charset="-127"/>
      <p:regular r:id="rId4"/>
      <p:bold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10" autoAdjust="0"/>
  </p:normalViewPr>
  <p:slideViewPr>
    <p:cSldViewPr>
      <p:cViewPr varScale="1">
        <p:scale>
          <a:sx n="113" d="100"/>
          <a:sy n="113" d="100"/>
        </p:scale>
        <p:origin x="15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handoutMaster" Target="handoutMasters/handout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89D3F-E1D6-4D8D-BB9E-D234DA1583E6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E3FA9-3B46-40D4-91D4-527884F882F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792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39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83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1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65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4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0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634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02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67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23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036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867E5-AD8C-49BF-B736-D3FCFFF3C62A}" type="datetimeFigureOut">
              <a:rPr lang="ko-KR" altLang="en-US" smtClean="0"/>
              <a:pPr/>
              <a:t>2026-03-12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90B25-8D78-49B7-B6D9-F59F3159057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81E373-13F9-40F7-99D6-3D9B2F23EA7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66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701824"/>
            <a:ext cx="9144000" cy="1143000"/>
          </a:xfrm>
        </p:spPr>
        <p:txBody>
          <a:bodyPr/>
          <a:lstStyle/>
          <a:p>
            <a:r>
              <a:rPr lang="ko-KR" altLang="en-US" b="1" u="sng" dirty="0">
                <a:latin typeface="+mj-ea"/>
              </a:rPr>
              <a:t>분석결과서 작성항목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107131"/>
              </p:ext>
            </p:extLst>
          </p:nvPr>
        </p:nvGraphicFramePr>
        <p:xfrm>
          <a:off x="1547664" y="1789546"/>
          <a:ext cx="6096000" cy="1999494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1607840">
                  <a:extLst>
                    <a:ext uri="{9D8B030D-6E8A-4147-A177-3AD203B41FA5}">
                      <a16:colId xmlns:a16="http://schemas.microsoft.com/office/drawing/2014/main" val="3605362714"/>
                    </a:ext>
                  </a:extLst>
                </a:gridCol>
                <a:gridCol w="4488160">
                  <a:extLst>
                    <a:ext uri="{9D8B030D-6E8A-4147-A177-3AD203B41FA5}">
                      <a16:colId xmlns:a16="http://schemas.microsoft.com/office/drawing/2014/main" val="2176569598"/>
                    </a:ext>
                  </a:extLst>
                </a:gridCol>
              </a:tblGrid>
              <a:tr h="4309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지정 페이지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작성 항목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예시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412921"/>
                  </a:ext>
                </a:extLst>
              </a:tr>
              <a:tr h="563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1P</a:t>
                      </a:r>
                      <a:endParaRPr lang="ko-KR" altLang="en-US" sz="1100" b="1" dirty="0"/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 </a:t>
                      </a:r>
                      <a:r>
                        <a:rPr lang="ko-KR" altLang="en-US" sz="1050" dirty="0"/>
                        <a:t>제목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 err="1"/>
                        <a:t>분석명</a:t>
                      </a:r>
                      <a:r>
                        <a:rPr lang="en-US" altLang="ko-KR" sz="105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9906557"/>
                  </a:ext>
                </a:extLst>
              </a:tr>
              <a:tr h="5635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2P~</a:t>
                      </a:r>
                      <a:endParaRPr lang="ko-KR" altLang="en-US" sz="1100" b="1" dirty="0"/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050" dirty="0"/>
                        <a:t>1. </a:t>
                      </a:r>
                      <a:r>
                        <a:rPr lang="ko-KR" altLang="en-US" sz="1050" dirty="0"/>
                        <a:t>개요 </a:t>
                      </a:r>
                      <a:r>
                        <a:rPr lang="en-US" altLang="ko-KR" sz="1050" dirty="0"/>
                        <a:t>(ex: </a:t>
                      </a:r>
                      <a:r>
                        <a:rPr lang="ko-KR" altLang="en-US" sz="1050" dirty="0" err="1"/>
                        <a:t>분석배경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필요성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목적 등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050" baseline="0" dirty="0"/>
                        <a:t>2. </a:t>
                      </a:r>
                      <a:r>
                        <a:rPr lang="ko-KR" altLang="en-US" sz="1050" baseline="0" dirty="0" err="1"/>
                        <a:t>분석과정</a:t>
                      </a:r>
                      <a:r>
                        <a:rPr lang="en-US" altLang="ko-KR" sz="1050" baseline="0" dirty="0"/>
                        <a:t> </a:t>
                      </a:r>
                      <a:r>
                        <a:rPr lang="ko-KR" altLang="en-US" sz="1050" baseline="0" dirty="0"/>
                        <a:t>및 방법</a:t>
                      </a:r>
                      <a:endParaRPr lang="en-US" altLang="ko-KR" sz="1050" baseline="0" dirty="0"/>
                    </a:p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en-US" altLang="ko-KR" sz="1050" dirty="0"/>
                        <a:t>3. </a:t>
                      </a:r>
                      <a:r>
                        <a:rPr lang="ko-KR" altLang="en-US" sz="1050" dirty="0"/>
                        <a:t>결과 </a:t>
                      </a:r>
                      <a:r>
                        <a:rPr lang="en-US" altLang="ko-KR" sz="1050" dirty="0"/>
                        <a:t>(ex: </a:t>
                      </a:r>
                      <a:r>
                        <a:rPr lang="ko-KR" altLang="en-US" sz="1050" dirty="0"/>
                        <a:t>기대효과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활용방안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성과 등</a:t>
                      </a:r>
                      <a:r>
                        <a:rPr lang="en-US" altLang="ko-KR" sz="1050" dirty="0"/>
                        <a:t>)</a:t>
                      </a:r>
                      <a:endParaRPr lang="en-US" altLang="ko-KR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747988"/>
                  </a:ext>
                </a:extLst>
              </a:tr>
              <a:tr h="4334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마지막 페이지</a:t>
                      </a:r>
                      <a:endParaRPr lang="en-US" altLang="ko-KR" sz="1100" dirty="0"/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1. </a:t>
                      </a:r>
                      <a:r>
                        <a:rPr lang="ko-KR" altLang="en-US" sz="1050" dirty="0"/>
                        <a:t>분석에 활용한 데이터</a:t>
                      </a:r>
                      <a:r>
                        <a:rPr lang="en-US" altLang="ko-KR" sz="1050" dirty="0"/>
                        <a:t>,</a:t>
                      </a:r>
                      <a:r>
                        <a:rPr lang="en-US" altLang="ko-KR" sz="1050" baseline="0" dirty="0"/>
                        <a:t> </a:t>
                      </a:r>
                      <a:r>
                        <a:rPr lang="ko-KR" altLang="en-US" sz="1050" baseline="0" dirty="0" err="1"/>
                        <a:t>분석툴</a:t>
                      </a:r>
                      <a:r>
                        <a:rPr lang="en-US" altLang="ko-KR" sz="1050" baseline="0" dirty="0"/>
                        <a:t>,</a:t>
                      </a:r>
                      <a:r>
                        <a:rPr lang="ko-KR" altLang="en-US" sz="1050" dirty="0"/>
                        <a:t> 참고문헌</a:t>
                      </a:r>
                      <a:endParaRPr lang="ko-KR" altLang="en-US" sz="105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489720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28048" y="4309933"/>
            <a:ext cx="9087904" cy="209288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rgbClr val="FF0000"/>
                </a:solidFill>
              </a:rPr>
              <a:t>분석결과서 작성항목을 준수하여 </a:t>
            </a:r>
            <a:r>
              <a:rPr lang="en-US" altLang="ko-KR" sz="1400" b="1" dirty="0">
                <a:solidFill>
                  <a:srgbClr val="FF0000"/>
                </a:solidFill>
              </a:rPr>
              <a:t>PPT</a:t>
            </a:r>
            <a:r>
              <a:rPr lang="ko-KR" altLang="en-US" sz="1400" b="1" dirty="0">
                <a:solidFill>
                  <a:srgbClr val="FF0000"/>
                </a:solidFill>
              </a:rPr>
              <a:t>로 작성합니다</a:t>
            </a:r>
            <a:r>
              <a:rPr lang="en-US" altLang="ko-KR" sz="1400" b="1" dirty="0">
                <a:solidFill>
                  <a:srgbClr val="FF0000"/>
                </a:solidFill>
              </a:rPr>
              <a:t>. </a:t>
            </a:r>
          </a:p>
          <a:p>
            <a:pPr marL="285750" indent="-285750" fontAlgn="base">
              <a:buFont typeface="Wingdings" panose="05000000000000000000" pitchFamily="2" charset="2"/>
              <a:buChar char="l"/>
            </a:pPr>
            <a:r>
              <a:rPr lang="en-US" altLang="ko-KR" sz="1400" b="1" dirty="0">
                <a:solidFill>
                  <a:srgbClr val="FF0000"/>
                </a:solidFill>
              </a:rPr>
              <a:t>PPT</a:t>
            </a:r>
            <a:r>
              <a:rPr lang="ko-KR" altLang="en-US" sz="1400" b="1" dirty="0">
                <a:solidFill>
                  <a:srgbClr val="FF0000"/>
                </a:solidFill>
              </a:rPr>
              <a:t>디자인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폰트 등은 자유롭게 구성합니다</a:t>
            </a:r>
            <a:r>
              <a:rPr lang="en-US" altLang="ko-KR" sz="1400" b="1" dirty="0">
                <a:solidFill>
                  <a:srgbClr val="FF0000"/>
                </a:solidFill>
              </a:rPr>
              <a:t>. </a:t>
            </a:r>
            <a:r>
              <a:rPr lang="en-US" altLang="ko-KR" sz="1100" b="1" dirty="0"/>
              <a:t>*</a:t>
            </a:r>
            <a:r>
              <a:rPr lang="ko-KR" altLang="en-US" sz="1100" b="1" dirty="0"/>
              <a:t>별도의 폰트 사용시 </a:t>
            </a:r>
            <a:r>
              <a:rPr lang="en-US" altLang="ko-KR" sz="1100" b="1" dirty="0"/>
              <a:t>[</a:t>
            </a:r>
            <a:r>
              <a:rPr lang="ko-KR" altLang="en-US" sz="1100" b="1" dirty="0"/>
              <a:t>파일에 글꼴 포함</a:t>
            </a:r>
            <a:r>
              <a:rPr lang="en-US" altLang="ko-KR" sz="1100" b="1" dirty="0"/>
              <a:t>]</a:t>
            </a:r>
            <a:r>
              <a:rPr lang="ko-KR" altLang="en-US" sz="1100" b="1" dirty="0"/>
              <a:t>으로 저장하여 제출</a:t>
            </a:r>
            <a:r>
              <a:rPr lang="en-US" altLang="ko-KR" sz="1100" b="1" dirty="0"/>
              <a:t>.</a:t>
            </a:r>
          </a:p>
          <a:p>
            <a:pPr marL="285750" indent="-285750" fontAlgn="base">
              <a:buFont typeface="Wingdings" panose="05000000000000000000" pitchFamily="2" charset="2"/>
              <a:buChar char="l"/>
            </a:pPr>
            <a:r>
              <a:rPr lang="ko-KR" altLang="en-US" sz="1400" b="1" dirty="0">
                <a:solidFill>
                  <a:srgbClr val="FF0000"/>
                </a:solidFill>
              </a:rPr>
              <a:t>①분석결과서</a:t>
            </a:r>
            <a:r>
              <a:rPr lang="en-US" altLang="ko-KR" sz="1400" b="1" dirty="0">
                <a:solidFill>
                  <a:srgbClr val="FF0000"/>
                </a:solidFill>
              </a:rPr>
              <a:t>(PPT)</a:t>
            </a:r>
            <a:r>
              <a:rPr lang="ko-KR" altLang="en-US" sz="1400" b="1" dirty="0">
                <a:solidFill>
                  <a:srgbClr val="FF0000"/>
                </a:solidFill>
              </a:rPr>
              <a:t> ② 분석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요약서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한글</a:t>
            </a:r>
            <a:r>
              <a:rPr lang="en-US" altLang="ko-KR" sz="1400" b="1" dirty="0">
                <a:solidFill>
                  <a:srgbClr val="FF0000"/>
                </a:solidFill>
              </a:rPr>
              <a:t>) </a:t>
            </a:r>
            <a:endParaRPr lang="en-US" altLang="ko-KR" sz="800" b="1" u="sng" dirty="0">
              <a:solidFill>
                <a:srgbClr val="FF0000"/>
              </a:solidFill>
            </a:endParaRPr>
          </a:p>
          <a:p>
            <a:pPr fontAlgn="base"/>
            <a:r>
              <a:rPr lang="en-US" altLang="ko-KR" b="1" dirty="0"/>
              <a:t>   </a:t>
            </a:r>
            <a:r>
              <a:rPr lang="en-US" altLang="ko-KR" sz="1400" b="1" dirty="0"/>
              <a:t>- </a:t>
            </a:r>
            <a:r>
              <a:rPr lang="ko-KR" altLang="en-US" sz="1400" b="1" dirty="0" err="1"/>
              <a:t>제출방법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: [</a:t>
            </a:r>
            <a:r>
              <a:rPr lang="ko-KR" altLang="en-US" sz="1400" b="1" dirty="0" err="1"/>
              <a:t>팀명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분석결과서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[</a:t>
            </a:r>
            <a:r>
              <a:rPr lang="ko-KR" altLang="en-US" sz="1400" b="1" dirty="0" err="1"/>
              <a:t>팀명</a:t>
            </a:r>
            <a:r>
              <a:rPr lang="en-US" altLang="ko-KR" sz="1400" b="1" dirty="0"/>
              <a:t>] </a:t>
            </a:r>
            <a:r>
              <a:rPr lang="ko-KR" altLang="en-US" sz="1400" b="1" dirty="0"/>
              <a:t>분석요약서</a:t>
            </a:r>
            <a:endParaRPr lang="en-US" altLang="ko-KR" sz="1400" b="1" dirty="0"/>
          </a:p>
          <a:p>
            <a:pPr fontAlgn="base"/>
            <a:r>
              <a:rPr lang="en-US" altLang="ko-KR" sz="1400" b="1" dirty="0"/>
              <a:t>    - </a:t>
            </a:r>
            <a:r>
              <a:rPr lang="ko-KR" altLang="en-US" sz="1400" b="1" dirty="0"/>
              <a:t>페이지 분량 </a:t>
            </a:r>
            <a:r>
              <a:rPr lang="en-US" altLang="ko-KR" sz="1400" b="1" dirty="0"/>
              <a:t>: 20</a:t>
            </a:r>
            <a:r>
              <a:rPr lang="ko-KR" altLang="en-US" sz="1400" b="1" dirty="0"/>
              <a:t>페이지 내외</a:t>
            </a:r>
            <a:r>
              <a:rPr lang="en-US" altLang="ko-KR" sz="1400" b="1" dirty="0"/>
              <a:t>    </a:t>
            </a:r>
          </a:p>
          <a:p>
            <a:pPr fontAlgn="base"/>
            <a:endParaRPr lang="en-US" altLang="ko-KR" sz="1400" b="1" dirty="0"/>
          </a:p>
          <a:p>
            <a:pPr marL="285750" indent="-285750" fontAlgn="base">
              <a:buFont typeface="Wingdings" panose="05000000000000000000" pitchFamily="2" charset="2"/>
              <a:buChar char="l"/>
            </a:pPr>
            <a:r>
              <a:rPr lang="ko-KR" altLang="en-US" sz="1400" b="1" dirty="0"/>
              <a:t>분석결과서</a:t>
            </a:r>
            <a:r>
              <a:rPr lang="en-US" altLang="ko-KR" sz="1400" b="1" dirty="0"/>
              <a:t>(PPT)</a:t>
            </a:r>
            <a:r>
              <a:rPr lang="ko-KR" altLang="en-US" sz="1400" b="1" dirty="0"/>
              <a:t> 내에는 제목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분석명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과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분석결과 내용만 기재합니다</a:t>
            </a:r>
            <a:r>
              <a:rPr lang="en-US" altLang="ko-KR" sz="1400" b="1" dirty="0"/>
              <a:t>.</a:t>
            </a:r>
          </a:p>
          <a:p>
            <a:pPr fontAlgn="base"/>
            <a:r>
              <a:rPr lang="ko-KR" altLang="en-US" sz="1400" b="1" dirty="0"/>
              <a:t>   </a:t>
            </a:r>
            <a:r>
              <a:rPr lang="en-US" altLang="ko-KR" sz="1400" b="1" dirty="0"/>
              <a:t>- </a:t>
            </a:r>
            <a:r>
              <a:rPr lang="ko-KR" altLang="en-US" sz="1400" b="1" u="sng" dirty="0">
                <a:solidFill>
                  <a:srgbClr val="0070C0"/>
                </a:solidFill>
              </a:rPr>
              <a:t>공정한 심사를 위해 분석결과서</a:t>
            </a:r>
            <a:r>
              <a:rPr lang="en-US" altLang="ko-KR" sz="1400" b="1" u="sng" dirty="0">
                <a:solidFill>
                  <a:srgbClr val="0070C0"/>
                </a:solidFill>
              </a:rPr>
              <a:t>(PPT)</a:t>
            </a:r>
            <a:r>
              <a:rPr lang="ko-KR" altLang="en-US" sz="1400" b="1" u="sng" dirty="0">
                <a:solidFill>
                  <a:srgbClr val="0070C0"/>
                </a:solidFill>
              </a:rPr>
              <a:t> 내에 개인정보</a:t>
            </a:r>
            <a:r>
              <a:rPr lang="en-US" altLang="ko-KR" sz="1400" b="1" u="sng" dirty="0">
                <a:solidFill>
                  <a:srgbClr val="0070C0"/>
                </a:solidFill>
              </a:rPr>
              <a:t> </a:t>
            </a:r>
            <a:r>
              <a:rPr lang="ko-KR" altLang="en-US" sz="1400" b="1" u="sng" dirty="0">
                <a:solidFill>
                  <a:srgbClr val="0070C0"/>
                </a:solidFill>
              </a:rPr>
              <a:t>기재를 금지 합니다</a:t>
            </a:r>
            <a:r>
              <a:rPr lang="en-US" altLang="ko-KR" sz="1400" b="1" u="sng" dirty="0">
                <a:solidFill>
                  <a:srgbClr val="0070C0"/>
                </a:solidFill>
              </a:rPr>
              <a:t>. </a:t>
            </a:r>
          </a:p>
          <a:p>
            <a:pPr fontAlgn="base"/>
            <a:r>
              <a:rPr lang="en-US" altLang="ko-KR" sz="1400" b="1" dirty="0"/>
              <a:t>   - </a:t>
            </a:r>
            <a:r>
              <a:rPr lang="ko-KR" altLang="en-US" sz="1400" b="1" dirty="0"/>
              <a:t>개인정보</a:t>
            </a:r>
            <a:r>
              <a:rPr lang="en-US" altLang="ko-KR" sz="1400" b="1" dirty="0"/>
              <a:t> : </a:t>
            </a:r>
            <a:r>
              <a:rPr lang="ko-KR" altLang="en-US" sz="1400" b="1" dirty="0"/>
              <a:t>성명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팀 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학교명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회사명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등 특정인임을 암시할 수 있는 명칭</a:t>
            </a:r>
            <a:endParaRPr lang="en-US" altLang="ko-KR" sz="1400" b="1" dirty="0"/>
          </a:p>
        </p:txBody>
      </p:sp>
      <p:sp>
        <p:nvSpPr>
          <p:cNvPr id="11" name="부제목 2"/>
          <p:cNvSpPr txBox="1">
            <a:spLocks/>
          </p:cNvSpPr>
          <p:nvPr/>
        </p:nvSpPr>
        <p:spPr>
          <a:xfrm>
            <a:off x="1043608" y="332656"/>
            <a:ext cx="72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000" b="1" dirty="0">
                <a:solidFill>
                  <a:schemeClr val="bg1">
                    <a:lumMod val="50000"/>
                  </a:schemeClr>
                </a:solidFill>
              </a:rPr>
              <a:t>2026 </a:t>
            </a:r>
            <a:r>
              <a:rPr lang="ko-KR" altLang="en-US" sz="3000" b="1" dirty="0">
                <a:solidFill>
                  <a:schemeClr val="bg1">
                    <a:lumMod val="50000"/>
                  </a:schemeClr>
                </a:solidFill>
              </a:rPr>
              <a:t>빅데이터 활용 경진대회 분석부문</a:t>
            </a:r>
            <a:endParaRPr lang="en-US" altLang="ko-KR" sz="30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ko-KR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991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172</Words>
  <Application>Microsoft Office PowerPoint</Application>
  <PresentationFormat>화면 슬라이드 쇼(4:3)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분석결과서 작성항목</vt:lpstr>
    </vt:vector>
  </TitlesOfParts>
  <Company>경기도청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과제수행보고서 양식</dc:title>
  <dc:creator>USER</dc:creator>
  <cp:lastModifiedBy>user</cp:lastModifiedBy>
  <cp:revision>48</cp:revision>
  <cp:lastPrinted>2020-09-09T01:00:53Z</cp:lastPrinted>
  <dcterms:created xsi:type="dcterms:W3CDTF">2017-07-10T08:26:27Z</dcterms:created>
  <dcterms:modified xsi:type="dcterms:W3CDTF">2026-03-12T06:33:57Z</dcterms:modified>
</cp:coreProperties>
</file>